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Hi, I'm Sumeet. This is my capstone design review for a retrieval-augmented LLM system I call the Research Paper Navigator, built incrementally across eight checkpoints this program. Over the next few minutes I'll walk through the problem it solves, how it works, how I evaluated it, the key engineering decisions and trade-offs behind it, and what's still left to improve.</a:t>
            </a:r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My capstone system is a Research Paper Navigator — a retrieval-augmented assistant over a real corpus of 153 computer-science research papers, mostly in program synthesis, programming languages, and neuro-symbolic AI. The core problem it solves is trustworthy question answering: a researcher or student exploring this literature needs answers that are actually grounded in and quotable from the papers themselves, not answers that merely sound plausible.</a:t>
            </a:r>
          </a:p>
          <a:p/>
          <a:p>
            <a:r>
              <a:t>This matters because I proved it's a real problem, not a hypothetical one, with evidence in Checkpoint 1.1. I asked a bare LLM — no retrieval at all — questions about papers in this exact corpus, and it hallucinated three different ways: it invented a wrong title for a real Genome Biology paper, it fabricated a verbatim quote from a paper's abstract that doesn't actually exist in the text, and it invented a precise-sounding but entirely made-up performance statistic when comparing two systems. In every case it stated the wrong answer with full, unhedged confidence — exactly the failure mode that makes an un-grounded LLM risky for this use case.</a:t>
            </a:r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a high level, the system has five stages, built up incrementally across the program. A user's question first passes through an input sanitizer, then a router decides whether it's simple enough for a single-call direct path or complex enough to need the full agent loop. Either way, retrieval runs next: a BM25 keyword index over all 153 papers, chunked into roughly 15,500 passages of 250 words each with 50-word overlap.</a:t>
            </a:r>
          </a:p>
          <a:p/>
          <a:p>
            <a:r>
              <a:t>For complex, multistep questions, an agent loop takes over: a planner model looks at what's been retrieved so far, decides if it's enough to answer, and if not, issues a new, targeted search — up to three rounds. Finally, an answer-generation call produces the response, strictly grounded in the retrieved document block, with every other part of the prompt — the user's own question text, any text they paste in — treated as plain data, never as instructions. That data-versus-instruction boundary is the backbone of the security hardening I'll come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2.1 established the baseline: a plain BM25 keyword retriever, which is fast, free, and deterministic — appropriate given this is a fixed academic corpus with precise technical vocabulary, where exact term matches do a lot of work. Checkpoint 3.1 then built the evaluation harness I reused for the rest of the program: an LLM-judge that scores an answer pass or fail against grading notes I wrote myself for five representative questions. Keeping that exact same five-question set unchanged across every later checkpoint is what let me do honest before-and-after comparisons instead of cherry-picked ones.</a:t>
            </a:r>
          </a:p>
          <a:p/>
          <a:p>
            <a:r>
              <a:t>The most important result is from Checkpoint 4.1: I diagnosed a real retrieval failure — a question about a specific 2018 paper by Ellis et al. never retrieved that paper's own text, because a different paper that merely cited it was far more keyword-dense and ranked higher. I fixed this with a citation and same-author graph, built from the corpus's own filename conventions and in-text citation mentions, disambiguated by year. That fix worked exactly as designed on the targeted question — but on the SAME evaluation set, a different question that used to pass started failing, because swapping in the related paper evicted a chunk that was load-bearing for that other question. Net pass rate: four out of five, both before and after. That's not a failure of the fix — it's an honest demonstration that retrieval improvements under a fixed context budget are trade-offs, not free wins.</a:t>
            </a:r>
          </a:p>
          <a:p/>
          <a:p>
            <a:r>
              <a:t>I want to be equally honest about what's still broken. A citation-misattribution bug — confusing a 2018 paper with a different, later paper by the same authors — showed up first in Checkpoint 5.1, and I was still finding it as late as Checkpoint 7.1. It's a real, open limitation I'll come back to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few decisions stand out as genuinely consequential, and I want to explain the reasoning, not just the outcome.</a:t>
            </a:r>
          </a:p>
          <a:p/>
          <a:p>
            <a:r>
              <a:t>First, I chose BM25 keyword retrieval over semantic embeddings for this stage. This corpus is academic papers with precise, stable technical vocabulary — author names, algorithm names, exact terms — exactly the case where keyword matching is strong and where an embedding model's fuzzier similarity can actually underperform. I treated semantic retrieval as a deliberate next-iteration item, not a gap I papered over.</a:t>
            </a:r>
          </a:p>
          <a:p/>
          <a:p>
            <a:r>
              <a:t>Second, when I added citation-aware retrieval in Checkpoint 4.1, I chose a lightweight, explainable graph built directly from the corpus's own filename conventions and in-text citation mentions, rather than a new ML model. I verified it by hand — checking that a citation to 'Ellis et al. 2018' only connects to the actual 2018 paper, not every paper that author wrote — before trusting it.</a:t>
            </a:r>
          </a:p>
          <a:p/>
          <a:p>
            <a:r>
              <a:t>Third, every advanced retrieval technique I added was constrained to use the SAME document budget as the baseline, to keep every comparison fair. That's also exactly what exposed the Checkpoint 4.1 trade-off — a more honest result than a comparison that quietly gives the new approach more resources.</a:t>
            </a:r>
          </a:p>
          <a:p/>
          <a:p>
            <a:r>
              <a:t>Finally, by Checkpoint 7.1 the central lesson of the security and performance work was that there's no single, complete fix. I verified this directly: extending my input sanitizer closed two real gaps, but on the same test case it also increased token cost by 65% and revived a citation bug the unsanitized version had actually avoided. I chose to report that honestly rather than claim a clean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system from this program is finished, and I want to be specific about what's actually still open.</a:t>
            </a:r>
          </a:p>
          <a:p/>
          <a:p>
            <a:r>
              <a:t>The most persistent issue is the citation-year misattribution bug. It first appeared in Checkpoint 5.1, and I confirmed it again as late as Checkpoint 7.1 — the system can answer a question about a specific, named 2018 paper using content that's actually from a different paper by the same authors. None of my security or cost work in Modules 6 and 7 targets this, because it's a retrieval-and-reasoning correctness problem, not a security or cost problem — it needs a different fix.</a:t>
            </a:r>
          </a:p>
          <a:p/>
          <a:p>
            <a:r>
              <a:t>Second, I found BM25's retrieval quality is highly sensitive to how verbosely a question is phrased — the exact same information need can rank a target document anywhere from 8th to 28th purely based on wording, which I confirmed by directly scoring different phrasings against my index. This matters because my Checkpoint 7.1 security fix — a phrase-based sanitizer — can neutralize an attack's trigger words while leaving enough other words behind to still dilute the ranking. A blocklist fixes instruction-following; it doesn't fix verbosity.</a:t>
            </a:r>
          </a:p>
          <a:p/>
          <a:p>
            <a:r>
              <a:t>Third, the agent is genuinely non-deterministic — I found cases in Checkpoint 5.1 where the identical question, run twice, took a different number of search steps and reached a different conclusion.</a:t>
            </a:r>
          </a:p>
          <a:p/>
          <a:p>
            <a:r>
              <a:t>If I continued this project, my next three priorities would be: porting the citation graph's year-disambiguation directly into the main retrieval path; adding a step that extracts a short core query before it reaches BM25, since that's the only approach I've found that actually addresses verbosity dilution; and replacing the exact-match cache with a semantic one, so a rephrased repeat question still gets the cost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 — happy to take questions. I'm glad to go deeper on any of the design rationale, the evaluation evidence, or the engineering trade-offs I've walked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/>
        </p:nvSpPr>
        <p:spPr>
          <a:xfrm>
            <a:off x="291078" y="1298425"/>
            <a:ext cx="11609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slide title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850434" y="4692555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r>
              <a:rPr lang="en-IN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Answer multistep, cross-document questions over a 153-paper CS research corpus, grounded in and quotable from the actual source text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 researcher or student navigating this specific paper collection who needs trustworthy, citable answers — not confident-sounding guesses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it's a real risk: a bare LLM with no retrieval invented a wrong paper title, a fake quote, and a fabricated statistic — all stated with full confidence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707571" y="1498734"/>
            <a:ext cx="914399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Sanitize -&gt; route (direct vs. agent) -&gt; retrieve (BM25 + citation graph) -&gt; plan/decide (agentic loop) -&gt; answer (XML-hardened, grounded-only)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Core retriever: BM25 over 15,501 chunks (250-word windows, 50-word overlap) from all 153 papers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 agentic loop searches again when one pass isn't enough, capped at 3 steps, with every answer strictly grounded in retrieved 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 LLM-judge scoring pass/fail against written grading notes on a fixed 5-question set (3.1), reused unchanged across every later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a targeted failure (a paper unreachable at BM25 rank ~122) but regressed a different question — net pass rate unchanged, 4/5 both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Real, measured fixes for hallucination, injection, and cost — but a citation-year misattribution bug persists, unresolved, across 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embeddings: free, deterministic, and strong on this corpus's precise technical vocabulary — semantic retrieval deferred as a deliberate next-iteration item, not a hidden gap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conventions + year-disambiguated text mentions, not a new ML model — cheap and verifiable by hand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advanced technique kept the baseline's exact document budget, which is what exposed the Checkpoint 4.1 trade-off honestly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sufficient — chose layered, partial defenses and reported their side effects rather than claiming one 'complete'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5+ checkpoints) and BM25's sensitivity to query verbosity — the same information need ranks anywhere from 8th to 28th purely by phrasing, confirmed by direct testing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number of search steps and reach a different conclusion across runs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port year-disambiguation into the main retrieval path; add a query-extraction step ahead of BM25; move to a semantic cache; broaden the eval set and test run-to-run stability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Be prepared to discuss: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Widescreen</PresentationFormat>
  <Paragraphs>58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Fizza Maira</cp:lastModifiedBy>
  <cp:revision>1</cp:revision>
  <dcterms:created xsi:type="dcterms:W3CDTF">2018-11-05T13:58:18Z</dcterms:created>
  <dcterms:modified xsi:type="dcterms:W3CDTF">2026-08-06T07:13:19Z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